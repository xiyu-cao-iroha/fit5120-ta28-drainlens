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 1.1 Explore</c:v>
                  </c:pt>
                  <c:pt idx="1">
                    <c:v>US 1.2 Trace</c:v>
                  </c:pt>
                  <c:pt idx="2">
                    <c:v>US 1.3 Cross-section</c:v>
                  </c:pt>
                  <c:pt idx="3">
                    <c:v>US 2.1 Set up</c:v>
                  </c:pt>
                  <c:pt idx="4">
                    <c:v>US 2.2 Compare</c:v>
                  </c:pt>
                  <c:pt idx="5">
                    <c:v>US 2.3 Understand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9</c:v>
                </c:pt>
                <c:pt idx="2">
                  <c:v>0</c:v>
                </c:pt>
                <c:pt idx="3">
                  <c:v>12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E3C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 1.1 Explore</c:v>
                  </c:pt>
                  <c:pt idx="1">
                    <c:v>US 1.2 Trace</c:v>
                  </c:pt>
                  <c:pt idx="2">
                    <c:v>US 1.3 Cross-section</c:v>
                  </c:pt>
                  <c:pt idx="3">
                    <c:v>US 2.1 Set up</c:v>
                  </c:pt>
                  <c:pt idx="4">
                    <c:v>US 2.2 Compare</c:v>
                  </c:pt>
                  <c:pt idx="5">
                    <c:v>US 2.3 Understand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8</c:v>
                </c:pt>
                <c:pt idx="3">
                  <c:v>0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1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</c:scaling>
        <c:delete val="0"/>
        <c:axPos val="b"/>
        <c:majorGridlines>
          <c:spPr>
            <a:ln w="12700" cap="flat">
              <a:solidFill>
                <a:srgbClr val="EDF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031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we would rather be asked how it works than shown that it runs. Everything in this deck is measured and can be opened in the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out loud. It invites the question we have a good answer to, instead of letting it arrive as an accusation.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build a backend anyway: serving static artefacts is static hosting behind a CDN, not an application. Building endpoints against a contract nobody is calling is how a system acquires surface area it then has to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carry an id and replies are matched against the newest, so changing the blockage mid-run shows the answer to what was asked last, not whichever finished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filter’s one predicted blind spot was confirmed at the predicted threshold: 44.7% missed beyond 13 m inside a roof, and a 26 m window reaches 13 m in. Predicted from theory, pinned by a synthetic test, confirmed on real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best answer we have to “do you understand your own code”. Be ready to explain why elevation ordering is only a proxy, and why Kahn’s is exact by construction on a flow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is read from the topology, not the vertex order — the export orders vertices however the surveyor captured them, so trusting them gives arrows right about half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a limitation reads as understanding. Being caught by it reads as not knowing.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insufficiency reasons, each with its own distinct action: terrain_unavailable, invalid_inlet, scenario_calculation_failed, comparison_not_comparable.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 1.3 was always the most likely to drop: pit depth is missing for 95.4% of the record and the surviving fraction is internally inconsistent, so most of the work is the unavailable state rather than the drawing.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here — the gates table in ITERATION-1-TASKS.md has four rows with an em dash where a status should be, and a mentor reading it will see the same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README claimed 100% Node and 99% Python with suites around a second. That was stale and flattering; it was corrected on 29 August.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list reserved this question from the start: the capture fraction’s sensitivity decides whether the interface may report three comparison bands or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on the team should be able to give the sixty-second system answer and the no-backend answer without notes. Those two get asked regardless of who wrote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10908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DrainLens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272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8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Stormwater flood risk for residents of Greater Melbourne communities that flood repeatedly.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224528"/>
            <a:ext cx="28346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4348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check  ·  Team TA28  ·  FIT5120 S2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1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SIXTY SECONDS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one of them deliberately absent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01368"/>
            <a:ext cx="475488" cy="475488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Python pipeline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18488"/>
            <a:ext cx="6245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photogrammetric point cloud and the council’s drainage records. Produces a small set of static, versioned artefacts. Never deployed — it runs on a laptop.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90879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191256"/>
            <a:ext cx="475488" cy="475488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3035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application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008376"/>
            <a:ext cx="6245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Vite. Loads those artefacts and draws them on a canvas. No map library: the extent is already projected into metres.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97096"/>
            <a:ext cx="1090879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581144"/>
            <a:ext cx="475488" cy="475488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581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27632" y="4425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engine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398264"/>
            <a:ext cx="6245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TypeScript package with no DOM. Routes water over the terrain inside a Web Worker and returns a comparison, never an absolute depth.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3328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application server in Iteration 1 — and that is a decision, not a gap.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Build-time heavy, runtime thin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pipeline/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59152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→ bare earth (SMRF)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depressions, D8 routing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geometry, trace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packing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41648" y="2395728"/>
            <a:ext cx="566928" cy="310896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463040"/>
            <a:ext cx="30175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965192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· PLAIN GET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1938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2359152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map.json      318 KB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derived.json  183 KB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trace.json      37 KB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addresses.json  3 KB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scene/*.bin   1.28 MB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82128" y="2395728"/>
            <a:ext cx="566928" cy="310896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463040"/>
            <a:ext cx="299923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805672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DEPLOYED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805672" y="1938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apps/web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805672" y="235915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map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search (in memory)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trace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in a Web Worker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41648"/>
            <a:ext cx="10908792" cy="1572768"/>
          </a:xfrm>
          <a:prstGeom prst="roundRect">
            <a:avLst>
              <a:gd name="adj" fmla="val 4070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224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nothing runs on a server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553712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can search an address, follow the drainage, run a blockage comparison and read the result — without one request that says anything about them. That is AD1, no identity. The cheapest way to keep a promise about data is never to receive it: a search box that calls a server sends every keystroke of somebody’s home address to it, and a log line is storage.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click, end to end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question is “trace a request”. We have no requests — so here is the same journey across a thread boundary instead of a network one. Same files, same functions, same logic, same return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5798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048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ScenarioSetup.tsx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340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button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81144" y="1901952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215798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64024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2048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 · cellOf()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340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→ grid cell index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22208" y="1901952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05088" y="215798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05088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048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session.ts · reduce()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340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comparison-started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944368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3090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useScenario.ts · run()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id, postMessage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81144" y="2944368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64024" y="32004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64024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3090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worker.ts · handle()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239512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main thread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22208" y="2944368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05088" y="32004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05088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3090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engine.ts · runScenario()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 gate, then solve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986784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" y="424281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298448" y="4133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engine.ts · solvePosition()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298448" y="4425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Twice: scenario + baseline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81144" y="3986784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64024" y="424281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64024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239512" y="4133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checks.ts · checkMassBalance()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239512" y="4425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must be conserved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522208" y="3986784"/>
            <a:ext cx="36576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705088" y="424281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705088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180576" y="4133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Result.tsx + outcome.ts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9180576" y="4425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chosen from the outcome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517550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Web Worker:  a million cells, solved twice per rainfall position. On the main thread the map freezes mid-gesture — and a frozen map reads as a crash, so the person taps again and now two runs compete.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JUSTIFY A NUMBER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chosen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in the terrain pipeline was set by measuring its marginal effect and stopping at the knee — not by taking a paper’s default.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Ground-filter window.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12→18 m removes 5.8 ha more,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18→26 m a further 2.2 ha,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~1 ha per step — which is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being shaved, not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being found.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 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floor.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arguments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it: the knee in the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curve, and the source’s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quoted accuracy.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57860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tolerance.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what can be seen, not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cell size. 0.25 m kept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lattice staircase corner: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40,490 vertices → 10,986.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06840" y="1783080"/>
            <a:ext cx="2542032" cy="2926080"/>
          </a:xfrm>
          <a:prstGeom prst="roundRect">
            <a:avLst>
              <a:gd name="adj" fmla="val 2518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cross-check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council building footprints were independently removed by our ground filter — a 2020 vector dataset and a morphological filter over a 2018 cloud, agreeing with nothing in common but the ground.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holds at only 51.9% — half of what the filter removes is tree canopy, and water flows under trees.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asymmetry is the measured reason the filter’s object mask cannot serve as flow barriers — and it is why we fetch the footprints separately.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DEFECT STORY WORTH TELLING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mass balance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in the engine asserts that rain in equals captured + ponded + left-the-window. It found three separate bugs in sequence.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714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48256"/>
            <a:ext cx="402336" cy="402336"/>
          </a:xfrm>
          <a:prstGeom prst="ellipse">
            <a:avLst/>
          </a:prstGeom>
          <a:solidFill>
            <a:srgbClr val="B4690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1911096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shipped the raw surface while the flow field came from the conditioned one — water routed by one terrain, stored by another.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8714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90672"/>
            <a:ext cx="402336" cy="402336"/>
          </a:xfrm>
          <a:prstGeom prst="ellipse">
            <a:avLst/>
          </a:prstGeom>
          <a:solidFill>
            <a:srgbClr val="B469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2953512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cells by elevation is only a proxy for topological order. 509 cells in a million were exactly level at float32, so water solved out of sequence. Replaced with Kahn’s algorithm.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87142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33088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44752" y="3995928"/>
            <a:ext cx="7708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Depressions resolved in one pass ordered by rim height stranded water in already-resolved stores — a deep pit in low ground can have a higher rim than the hollow feeding it. Passes now repeat until nothing moves.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37192" y="1783080"/>
            <a:ext cx="2011680" cy="3054096"/>
          </a:xfrm>
          <a:prstGeom prst="roundRect">
            <a:avLst>
              <a:gd name="adj" fmla="val 3182"/>
            </a:avLst>
          </a:prstGeom>
          <a:solidFill>
            <a:srgbClr val="0B5D5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20072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720072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71.55%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720072" y="2816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50424" y="3154680"/>
            <a:ext cx="310896" cy="457200"/>
          </a:xfrm>
          <a:prstGeom prst="downArrow">
            <a:avLst/>
          </a:prstGeom>
          <a:solidFill>
            <a:srgbClr val="2E6B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20072" y="3675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was visible in the output. Every one produced a map that rendered, panned and looked entirely plausible.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1.2 · BUILT 29 AUGUST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nothing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could trace the drainage from map.json alone — every pipe already carries an upstream and a downstream pit. It cannot do one thing, and that is why there is a pipeline stage for this.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2140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579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mapped area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recorded where the pipe goes, and it goes somewhere we clipped off. The path continues — we are simply not drawing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852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21408"/>
            <a:ext cx="457200" cy="457200"/>
          </a:xfrm>
          <a:prstGeom prst="ellipse">
            <a:avLst/>
          </a:prstGeom>
          <a:solidFill>
            <a:srgbClr val="B4690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never recorded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743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never recorded where the pipe goes. The path stops, because the record stops.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407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identical in map.json.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18304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all 36 as “the pipe goes nowhere” would state something false about the source data — which is exactly what AC 1.2.2.d exists to prevent. Only the council-wide graph knows which is which, so we resolve it once, offline, into a 37 KB artefact and ship the reason with every link.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5D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TO VOLUNTEER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no recorded outlets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 in the extent with no downstream pipe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are kerbside inlets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outfalls, endwalls or discharge points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kerbside grate is not where a drainage system ends.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where the record does.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17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1.2.2.c offers “the recorded outlet or the last known connection”. In this data it is always the second — so neither the artefact nor the traversal has an outlet termination to return, and a test asserts the word never appears in the wording a resident reads. A trace announcing an outlet would be inventing the end of a drainage system.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POSITION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distinctions are types, not conventions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581912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change</a:t>
            </a:r>
            <a:pPr indent="0" marL="0">
              <a:buNone/>
            </a:pPr>
            <a:r>
              <a:rPr lang="en-US" sz="16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not  </a:t>
            </a:r>
            <a:pPr indent="0" marL="0">
              <a:buNone/>
            </a:pPr>
            <a:r>
              <a:rPr lang="en-US" sz="16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information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4767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means the calculation ran and found no difference. The second means it could not be made. A resident acting on the first is being reasonable; a resident acting on the second, believing it was the first, is acting on nothing. Different branches of the outcome union.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109087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3008376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blockage setting</a:t>
            </a:r>
            <a:pPr indent="0" marL="0">
              <a:buNone/>
            </a:pPr>
            <a:r>
              <a:rPr lang="en-US" sz="16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not  </a:t>
            </a:r>
            <a:pPr indent="0" marL="0">
              <a:buNone/>
            </a:pPr>
            <a:r>
              <a:rPr lang="en-US" sz="16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condition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74136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an assumption a person chooses for a scenario; the other is what a photograph shows. There is deliberately no function anywhere converting between them, and a test asserts none appears.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70248"/>
            <a:ext cx="109087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443484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limitation</a:t>
            </a:r>
            <a:pPr indent="0" marL="0">
              <a:buNone/>
            </a:pPr>
            <a:r>
              <a:rPr lang="en-US" sz="16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not  </a:t>
            </a:r>
            <a:pPr indent="0" marL="0">
              <a:buNone/>
            </a:pPr>
            <a:r>
              <a:rPr lang="en-US" sz="16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insufficiency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80060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pipe leads has no bearing on the surface calculation, so a missing downstream connection travels alongside a successful result rather than replacing it.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7900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displayed value also carries a basis — sourceProvided, derived, assumed or inferred. It is not optional: a value that cannot say where it came from has no constructible shape.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of 77 acceptance criteria met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checked against the code on 29 August, not assumed from a task list.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27632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627632"/>
            <a:ext cx="3959352" cy="3566160"/>
          </a:xfrm>
          <a:prstGeom prst="roundRect">
            <a:avLst>
              <a:gd name="adj" fmla="val 1795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nineteen that are not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176272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cross-section (US 1.3) is not built — eight criteria.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does not mark or centre on the selected address; it reaches the panel text and stops. Two criteria, and the smallest real hole.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rainfall control on the result screen — four. The engine already solves three positions per run, so this is interface work.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does not visually separate recorded from derived from assumed — two. The map already does.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map drops the selected pit and its path — one.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terrain layer control, no plain-English water explanation — two.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7667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unticked box that might mean “not built” or might mean “nobody looked” is worth nothing to a reviewer — so each one now names its reason.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657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591056"/>
            <a:ext cx="420624" cy="42062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08483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opened, 6 merged, each with written technical review. Zero direct pushes to main — enforced by a GitHub ruleset and tested by attempting 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81144" y="1371600"/>
            <a:ext cx="3657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591056"/>
            <a:ext cx="420624" cy="42062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18888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58384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818888" y="208483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Typecheck, tests and coverage on every PR, Node and Python jobs. npm ci rather than npm install, so lockfile drift fails the build.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22208" y="1371600"/>
            <a:ext cx="3657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59952" y="1591056"/>
            <a:ext cx="420624" cy="42062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9952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299448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759952" y="208483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 TypeScript across 16 files, 332 Python. Written before or alongside every judgement-carrying component.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18688"/>
            <a:ext cx="3657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3438144"/>
            <a:ext cx="420624" cy="42062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493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393192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91.17% Node, 91.44% Python — both above the 88% floor, with packages/schema and packages/scenario held to 90% separately.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81144" y="3218688"/>
            <a:ext cx="3657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3438144"/>
            <a:ext cx="420624" cy="42062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1888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58384" y="3493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818888" y="393192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← develop ← feature branches, held throughout. Commit messages explain why, not what.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22208" y="3218688"/>
            <a:ext cx="3657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59952" y="3438144"/>
            <a:ext cx="420624" cy="42062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59952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299448" y="3493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759952" y="393192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Full-size intermediates git-ignored; the clipped published copies committed, so the frontend runs from a clone with no Python toolchain.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882896"/>
            <a:ext cx="10908792" cy="960120"/>
          </a:xfrm>
          <a:prstGeom prst="roundRect">
            <a:avLst>
              <a:gd name="adj" fmla="val 6667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5084064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repository and still to confirm:  the peer-programming observation document, the PGP iteration build folder, two structured desk checks, and the LeanKit board. The gates table records these as unmet rather than assumed.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29 AUGUST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hold the line, and where we do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overall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88%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508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91.17% Node · 91.44% 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93392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130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judgement-carrying modules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130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scenario, enforced separately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15184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752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via pull request with review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752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7523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ruleset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36976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374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pushes to main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374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3741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enforced, and tested by attempting 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8587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3995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suite runtime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995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9959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F4E7"/>
          </a:solidFill>
          <a:ln w="12700">
            <a:solidFill>
              <a:srgbClr val="E8C9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353312" y="4617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suite runtime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4617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617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285232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0B5D5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0120" y="5468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this rather than being shown it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779008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6D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is 32.7 s of the 88 — a 20,000-vertex zigzag through Douglas–Peucker, that algorithm’s pathological worst case. It exists to prove simplify() iterates rather than recurses, and Python’s recursion limit is 1,000, so a path a twentieth as long would prove the same thing. Another ~45 s is test_terrain.py building real grids. Neither is a product defect, and CI blocks on the Node suite — but a rule quietly exempted for the slow half is not a rule.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5D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 · WE WOULD VALUE YOUR 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is redundant under our assumption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mass balance closed, blocking any single inlet produces no visible difference at any rainfall from 20 to 200 mm.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bug. The median inlet captures only its own cell’s rain, and every drain downstream takes 60% of whatever reaches it — so water released by one blocked inlet is absorbed within a few cells. That 60% is an assumed capture fraction standing in for inlet geometry, grate condition and approach flow, none of which the source data records.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3456432" cy="1828800"/>
          </a:xfrm>
          <a:prstGeom prst="roundRect">
            <a:avLst>
              <a:gd name="adj" fmla="val 3500"/>
            </a:avLst>
          </a:prstGeom>
          <a:solidFill>
            <a:srgbClr val="134A42"/>
          </a:solidFill>
          <a:ln w="12700">
            <a:solidFill>
              <a:srgbClr val="2E6B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3611880"/>
            <a:ext cx="402336" cy="402336"/>
          </a:xfrm>
          <a:prstGeom prst="ellipse">
            <a:avLst/>
          </a:prstGeom>
          <a:solidFill>
            <a:srgbClr val="2E6B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capture fraction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4133088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single blockage visible, but the number becomes one we chose to produce an effect rather than one we can defend.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3401568"/>
            <a:ext cx="3456432" cy="1828800"/>
          </a:xfrm>
          <a:prstGeom prst="roundRect">
            <a:avLst>
              <a:gd name="adj" fmla="val 3500"/>
            </a:avLst>
          </a:prstGeom>
          <a:solidFill>
            <a:srgbClr val="134A42"/>
          </a:solidFill>
          <a:ln w="12700">
            <a:solidFill>
              <a:srgbClr val="2E6B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611880"/>
            <a:ext cx="402336" cy="402336"/>
          </a:xfrm>
          <a:prstGeom prst="ellipse">
            <a:avLst/>
          </a:prstGeom>
          <a:solidFill>
            <a:srgbClr val="E8A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38344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several pits at once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133088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and closer to how a street actually floods. Costs interface work in the setup screen.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6992" y="3401568"/>
            <a:ext cx="3456432" cy="1828800"/>
          </a:xfrm>
          <a:prstGeom prst="roundRect">
            <a:avLst>
              <a:gd name="adj" fmla="val 3500"/>
            </a:avLst>
          </a:prstGeom>
          <a:solidFill>
            <a:srgbClr val="134A42"/>
          </a:solidFill>
          <a:ln w="12700">
            <a:solidFill>
              <a:srgbClr val="2E6B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3611880"/>
            <a:ext cx="402336" cy="402336"/>
          </a:xfrm>
          <a:prstGeom prst="ellipse">
            <a:avLst/>
          </a:prstGeom>
          <a:solidFill>
            <a:srgbClr val="2E6B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two bands and say why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4133088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and cheap. The demonstration then shows a comparison that mostly returns “no clear change”.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132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E8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lean towards B. It decides what the demonstration can show, so it is the one decision we would rather make with you than after you.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THE SCREEN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 you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56362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563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46 Gatehouse Drive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8308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 the browser against a shipped index. Nothing leaves the tab.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45973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386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water and drainage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679192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Surface-water paths and pits on by default; everything else in a collapsed section.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63824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355848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82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pit 1145091 and follow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575304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recorded pipes, 15 steps downstream, stopping in five places for three different reasons.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251960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178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run a comparison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471416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 unselected until chosen, rainfall in millimetres, both labelled as assumptions.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956048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  <a:effectLst>
            <a:outerShdw sx="100000" sy="100000" kx="0" ky="0" algn="bl" rotWithShape="0" blurRad="127000" dist="635" dir="5400000">
              <a:srgbClr val="9FB3A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14807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148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insufficient-information state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367528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reason, distinct action, and no placeholder result beside 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989320"/>
            <a:ext cx="10908792" cy="1051560"/>
          </a:xfrm>
          <a:prstGeom prst="roundRect">
            <a:avLst>
              <a:gd name="adj" fmla="val 6087"/>
            </a:avLst>
          </a:prstGeom>
          <a:solidFill>
            <a:srgbClr val="EEF3EA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6163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to open any file.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6455664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most worth opening are engine.ts for the water model, viewport.ts for the one place the map flips north to canvas-y, and ground.py for the filter we wrote because PDAL would not install.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DrainLens — pre-deployment check</dc:title>
  <dc:subject>PptxGenJS Presentation</dc:subject>
  <dc:creator>TA28</dc:creator>
  <cp:lastModifiedBy>TA28</cp:lastModifiedBy>
  <cp:revision>1</cp:revision>
  <dcterms:created xsi:type="dcterms:W3CDTF">2026-08-29T07:33:12Z</dcterms:created>
  <dcterms:modified xsi:type="dcterms:W3CDTF">2026-08-29T07:33:12Z</dcterms:modified>
</cp:coreProperties>
</file>